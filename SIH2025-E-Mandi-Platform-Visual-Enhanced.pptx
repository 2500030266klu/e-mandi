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E-Mandi &amp; Agricultural Trade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Digital Platform for Transparent Agricultural Trade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[Insert Your PS ID]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[Insert Your 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Opacity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real-time MSP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11680" cy="3200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Middleman Leverage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 cut farmer profits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2011680" cy="3200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Paper-based, slow, prone to errors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2011680" cy="3200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govt oversight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Smart E-Mandi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Farmer-Trader connection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rates auto-fetched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097280"/>
            <a:ext cx="5029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Microservices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18288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Gateway routes all traffic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Specialized Auth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High-speed Mandi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Independent scaling during peak harvest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Lightning-fast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&amp; How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 FARMERS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8288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produce easily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live MSP 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bids in real-time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TRADERS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18288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7830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crops across mandis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 remotely &amp; securely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quality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ADMINS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18288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830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Oversee local auctions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crop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Ensure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005840"/>
            <a:ext cx="18288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GOVT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508760"/>
            <a:ext cx="18288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7830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analytics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export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37744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2468880" cy="914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097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417320"/>
            <a:ext cx="27432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417320"/>
            <a:ext cx="27432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components independently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Mandi Service handles high 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Service stays responsive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Transaction-level locking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sync capability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for rural bandwidth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Why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3200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Fast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6060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= independent scaling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6060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fallback for rural networks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3200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6060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auctions + MSP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2026-08-29T13:53:38Z</dcterms:created>
  <dcterms:modified xsi:type="dcterms:W3CDTF">2026-08-29T13:53:38Z</dcterms:modified>
</cp:coreProperties>
</file>